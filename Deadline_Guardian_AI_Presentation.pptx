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457200"/>
            <a:ext cx="10332720" cy="438912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325880"/>
            <a:ext cx="2926080" cy="292608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325880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Calibri"/>
              </a:rPr>
              <a:t>AI CHIEF-OF-STAFF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3736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Deadline Guardian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6B6D4"/>
                </a:solidFill>
                <a:latin typeface="Calibri"/>
              </a:rPr>
              <a:t>Predict missed deadlines before they happen.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 Voice-First AI Productivity Companion that listens, calculates risk,
simulates futures, and generates emergency rescue plans.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Next.js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Firebase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Gemini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Framer Motion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6217920"/>
            <a:ext cx="1737360" cy="274320"/>
          </a:xfrm>
          <a:prstGeom prst="rect">
            <a:avLst/>
          </a:prstGeom>
          <a:solidFill>
            <a:srgbClr val="111D35"/>
          </a:solidFill>
          <a:ln w="6350">
            <a:solidFill>
              <a:srgbClr val="11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6217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Web Speech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Why Deadlines Are Still Getting Missed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20116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"/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Tools remind — they don't 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Task managers show you what's due, not what's doomed. By the time you see a red icon, it's too late.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486400" cy="20116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No risk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402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No existing tool calculates your success probability or tells you when a delay becomes catastrophic.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486400" cy="20116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"/>
              </a:rPr>
              <a:t>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Voice is an afterthought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262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You have to type tasks, pick dates, choose categories — friction that kills the habit of capturing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486400" cy="20116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2E8F0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AI chatbots don't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262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ChatGPT and Gemini answer questions. They don't monitor your calendar, predict failure, or rescue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Deadline Guardian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6B6D4"/>
                </a:solidFill>
                <a:latin typeface="Calibri"/>
              </a:rPr>
              <a:t>Not a task manager. An AI Chief-of-Staff.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96012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Deadline Guardian AI listens to your voice, extracts tasks, calculates real-time deadline risk, simulates what happens if you delay, and generates emergency rescue plans when you're in trouble — all powered by Gemini 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606040" cy="30175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3264408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735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LISTEN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16552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Voice-first interface.
Speak naturally, AI extracts the task.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3063240"/>
            <a:ext cx="2606040" cy="30175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3264408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2735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97763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416552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Real-time success probability.
Know your risk before it's too 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063240"/>
            <a:ext cx="2606040" cy="30175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3264408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2735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3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SIMULATE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416552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"What if I delay 24 hours?"
See the future before choosing.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3063240"/>
            <a:ext cx="2606040" cy="30175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0" y="3264408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32735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E8F0"/>
                </a:solidFill>
                <a:latin typeface="Calibri"/>
              </a:rPr>
              <a:t>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97763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RESCUE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416552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Emergency mode activated.
AI builds your recovery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Six Capabilities, One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21792" y="1673351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Voice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11680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Say: "I have a coding assessment tomorrow." AI creates task, estimates effort, calculates risk, and saves —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6420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🎙️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2" y="1673351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3677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Task Breakdown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Input: "Build Website". Output: Create repo → Setup UI → Connect DB → Deploy — with time estimates for each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6420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" y="341071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Risk Prediction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749039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Calculates remaining time vs required effort vs current workload. Returns Low/Medium/High/Critical + a probability score like 68%.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40156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46120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3952" y="341071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7413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Future Simulator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749039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Visual comparison: Start now = 85%. Delay 24h = 42%. Radar chart shows productivity, stress, career and time impact.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0156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83479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" y="5148071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11495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Deadline Rescue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86399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Emergency mode: generates hour-by-hour rescue schedule. "7 PM: SQL Revision · 8 PM: Arrays · 9 PM: Mock Test."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13892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983479"/>
            <a:ext cx="5486400" cy="162763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3952" y="5148071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5111495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486399"/>
            <a:ext cx="5157216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Weekly activity charts, risk distribution, category breakdown, completion rates — all in a dark futuristic UI.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13892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Multi-Agent AI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5692140" y="281178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92140" y="288493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Gemini
Brain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Planner
Agent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11887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Risk
Agent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1887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280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Future
Agent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0" y="137160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4630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Rescue
Agent</a:t>
            </a:r>
          </a:p>
        </p:txBody>
      </p:sp>
      <p:sp>
        <p:nvSpPr>
          <p:cNvPr id="14" name="Oval 13"/>
          <p:cNvSpPr/>
          <p:nvPr/>
        </p:nvSpPr>
        <p:spPr>
          <a:xfrm>
            <a:off x="1463040" y="4663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7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Voice
Agent</a:t>
            </a:r>
          </a:p>
        </p:txBody>
      </p:sp>
      <p:sp>
        <p:nvSpPr>
          <p:cNvPr id="16" name="Oval 15"/>
          <p:cNvSpPr/>
          <p:nvPr/>
        </p:nvSpPr>
        <p:spPr>
          <a:xfrm>
            <a:off x="3840480" y="4846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93775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Memory
Agent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4846320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93775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0" y="4663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475487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Firestore
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Voice → Extract → Risk Score → Simulate → Rescue → Save to Firestore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29000"/>
            <a:ext cx="2377440" cy="1325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1. User speaks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Voice Agent captures transcript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429000"/>
            <a:ext cx="2377440" cy="1325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2. AI parses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Planner extracts task + deadline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429000"/>
            <a:ext cx="2377440" cy="1325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3. Risk scored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Risk Agent calculates probability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3429000"/>
            <a:ext cx="2377440" cy="1325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3520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4. Rescue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886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Rescue Agent generates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Production-Grade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801368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682495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Next.js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App Router, Server Actions, API Routes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0720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3035808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9169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5584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Full type safety across all 51 source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4164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15137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9028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Dark futuristic design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7608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538581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8247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Smooth animations and micro-interactions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57276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1801368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682495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Firebase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12140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Google Sign-In, protected 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0720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3035808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9169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35584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Real-time cloud database, 5 collections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4164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4270248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415137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Gemini 1.5 Flash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9028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Task breakdown, risk prediction, rescue plans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276088"/>
            <a:ext cx="5394960" cy="10972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5504688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538581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Web Speech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8247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Voice recognition + text-to-speech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Zustand · Recharts · React 18 · Firebase Hosting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From Voice to Rescue in 4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97480" cy="43891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3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563EB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64991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"I have a coding assessment
tomorrow at 5 PM"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5596128"/>
            <a:ext cx="1600200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596128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97480" cy="43891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3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64991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AI calculates: 38% success
risk = 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5596128"/>
            <a:ext cx="1600200" cy="256032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5596128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AI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2697480" cy="43891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9163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402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Simulate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64991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Start now: 85%
Delay 24h: 42%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596128"/>
            <a:ext cx="1600200" cy="25603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596128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SIMULATE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554480"/>
            <a:ext cx="2697480" cy="438912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691639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mbr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24028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2E8F0"/>
                </a:solidFill>
                <a:latin typeface="Calibri"/>
              </a:rPr>
              <a:t>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80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Rescue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64991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Emergency schedule generated:
7PM SQL · 8PM Arrays · 9PM Mock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5596128"/>
            <a:ext cx="1600200" cy="25603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5596128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RESCUE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3057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3057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3057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How Risk Prediction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ourier New"/>
              </a:rPr>
              <a:t>Success % = f(hours_available, hours_needed, workload_factor, time_of_day, streak_data)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2743200" cy="21945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75%+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58768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Task is achievable.
Maintain your pace.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43200"/>
            <a:ext cx="2743200" cy="21945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55–74%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58768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Warning zone.
Start sooner, work smarter.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Calibri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30–54%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58768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Danger. Generate rescue
plan immediately.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743200"/>
            <a:ext cx="2743200" cy="21945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&lt;30%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858768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Emergency mode.
Drop everything. Act 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 Factors Analyzed: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⏱ Time until 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532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💼 Estimated effort remaining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532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📅 Current workload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🔄 Historical completion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9161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🎯 Task category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Voice-First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2286000"/>
            <a:ext cx="1920240" cy="1920240"/>
          </a:xfrm>
          <a:prstGeom prst="ellipse">
            <a:avLst/>
          </a:prstGeom>
          <a:solidFill>
            <a:srgbClr val="0D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12848" y="2697480"/>
            <a:ext cx="1051560" cy="10515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8346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2E8F0"/>
                </a:solidFill>
                <a:latin typeface="Calibri"/>
              </a:rPr>
              <a:t>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Tap &amp; Speak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Web Speech API
Real-time transcription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074920"/>
            <a:ext cx="4114800" cy="1188720"/>
          </a:xfrm>
          <a:prstGeom prst="rect">
            <a:avLst/>
          </a:prstGeom>
          <a:solidFill>
            <a:srgbClr val="0A1E4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GUARDIAN AI: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  <a:latin typeface="Calibri"/>
              </a:rPr>
              <a:t>"I've detected HIGH RISK on your assessment.
Generating rescue plan now..."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08760"/>
            <a:ext cx="59436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1636776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🗣️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47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 forms, no clicks. Speak as you think.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441448"/>
            <a:ext cx="59436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2569464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80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Knows if you're adding, asking, or rescuing.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374136"/>
            <a:ext cx="59436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3502152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47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Entity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Pulls task, deadline, effort from speech.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306824"/>
            <a:ext cx="59436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25312" y="443484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799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Voice Responses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45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AI reads answers aloud via Speech Synthesis.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5239512"/>
            <a:ext cx="59436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5312" y="536752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Calibri"/>
              </a:rPr>
              <a:t>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126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Session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678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Remembers context within your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Firestore Collections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3657600" cy="2468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18488"/>
            <a:ext cx="3383280" cy="292608"/>
          </a:xfrm>
          <a:prstGeom prst="rect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  · uid
  · email
  · displayName
  · photoURL
  · xp
  · level
  · +2 more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657600" cy="2468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618488"/>
            <a:ext cx="3383280" cy="29260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1848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  · id
  · userId
  · title
  · deadline
  · estimatedHours
  · completedHours
  · +5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508760"/>
            <a:ext cx="3657600" cy="2468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1618488"/>
            <a:ext cx="3383280" cy="29260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1848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rescuePlans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116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  · id
  · userId
  · taskId
  · schedule[ ]
  · emergencyMode
  · rescueScore
  · +1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3657600" cy="2468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270248"/>
            <a:ext cx="3383280" cy="292608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7024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voiceLogs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  · id
  · userId
  · transcript
  · intent
  · extractedTask
  · response
  · +1 more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60520"/>
            <a:ext cx="3657600" cy="246888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4270248"/>
            <a:ext cx="3383280" cy="29260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27024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663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ourier New"/>
              </a:rPr>
              <a:t>  · userId
  · totalTasks
  · completedTasks
  · avgSuccessProb
  · weeklyData[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All collections secured with Firestore Security Rules · User-scoped read/write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51 Source Files, Zero Placeholders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577840" cy="502920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  <a:latin typeface="Courier New"/>
              </a:rPr>
              <a:t>deadline-guardian-ai/
├── app/
│   ├── page.tsx          ← Landing page
│   ├── layout.tsx        ← Root layout
│   ├── dashboard/        ← Task dashboard
│   ├── command-center/   ← Voice AI
│   ├── simulator/        ← Future sim
│   ├── rescue/           ← Rescue center
│   ├── analytics/        ← Charts
│   ├── settings/         ← Config
│   └── api/
│       ├── chat/route.ts
│       ├── risk/route.ts
│       ├── future/route.ts
│       └── rescue/route.ts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508760"/>
            <a:ext cx="5486400" cy="5029200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27632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  <a:latin typeface="Courier New"/>
              </a:rPr>
              <a:t>├── agents/
│   ├── plannerAgent.ts
│   ├── riskAgent.ts
│   ├── futureAgent.ts
│   └── rescueAgent.ts
├── components/    (8 components)
├── hooks/         (useAuth, useVoice, useTasks)
├── lib/           (firebase, gemini, store)
├── prompts/       (5 AI prompt files)
├── types/         (full TypeScript types)
├── firestore.rules
├── firebase.json
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ourier New"/>
              </a:rPr>
              <a:t>npm install  →  npm run dev  →  localhost:3000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7-DAY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Hackathon MVP Build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Next.js + Firebase Auth
Firestore setup
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7276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DAY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Core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Gemini integration
Task breakdown agent
Risk prediction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7276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DAY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414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Web Speech API
Voice command center
Task creation via 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57276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DAY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4144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Future simulator
Scenario comparison
Radar 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7880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70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DAY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Rescue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474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Rescue planning agent
Emergency mode UI
Schedule generator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17880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270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DAY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Polish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0474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Analytics dashboard
Animations (Framer)
Mobile responsive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78808"/>
            <a:ext cx="2743200" cy="237744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70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DAY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474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Bug fixes + testing
Firebase Hosting deploy
Demo video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✅ Must Have  ·  ⭐ Nice to Have  ·  🚀 Stretch Goal — All 3 tiers implemented!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Why Deadline Guardian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743200" cy="1298448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Deadline
Success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08760"/>
            <a:ext cx="2743200" cy="1298448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18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3.2×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Productivity
Boost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2743200" cy="1298448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18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Calibri"/>
              </a:rPr>
              <a:t>&lt;30s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Voice Task
Creation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508760"/>
            <a:ext cx="2743200" cy="1298448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1848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AI Agents
Working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3200400" cy="53035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017520"/>
            <a:ext cx="1463040" cy="53035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1089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Todoist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017520"/>
            <a:ext cx="1463040" cy="53035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31089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79" y="3017520"/>
            <a:ext cx="1737360" cy="53035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31089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ChatGPT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017520"/>
            <a:ext cx="1920240" cy="530352"/>
          </a:xfrm>
          <a:prstGeom prst="rect">
            <a:avLst/>
          </a:prstGeom>
          <a:solidFill>
            <a:srgbClr val="0D1526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1089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Guardian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84448"/>
            <a:ext cx="320040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75887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Voice Task Creation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3584448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3675887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3584448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3675887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79" y="3584448"/>
            <a:ext cx="173736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19" y="3675887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⚠️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584448"/>
            <a:ext cx="1920240" cy="530352"/>
          </a:xfrm>
          <a:prstGeom prst="rect">
            <a:avLst/>
          </a:prstGeom>
          <a:solidFill>
            <a:srgbClr val="0A221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67588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51376"/>
            <a:ext cx="320040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4281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Deadline Risk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4151376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2428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4151376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79" y="42428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⚠️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4151376"/>
            <a:ext cx="173736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19" y="42428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151376"/>
            <a:ext cx="1920240" cy="530352"/>
          </a:xfrm>
          <a:prstGeom prst="rect">
            <a:avLst/>
          </a:prstGeom>
          <a:solidFill>
            <a:srgbClr val="0A221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24281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18304"/>
            <a:ext cx="320040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8097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Future Simulation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718304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4809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718304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79" y="4809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79" y="4718304"/>
            <a:ext cx="173736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19" y="48097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4718304"/>
            <a:ext cx="1920240" cy="530352"/>
          </a:xfrm>
          <a:prstGeom prst="rect">
            <a:avLst/>
          </a:prstGeom>
          <a:solidFill>
            <a:srgbClr val="0A221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80974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285231"/>
            <a:ext cx="320040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37667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Emergency Rescue Plan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5285231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39" y="537667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5285231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79" y="537667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79" y="5285231"/>
            <a:ext cx="173736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19" y="5376671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5285231"/>
            <a:ext cx="1920240" cy="530352"/>
          </a:xfrm>
          <a:prstGeom prst="rect">
            <a:avLst/>
          </a:prstGeom>
          <a:solidFill>
            <a:srgbClr val="0A221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537667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852160"/>
            <a:ext cx="320040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9436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Agentic AI Agents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5852160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49039" y="59436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5852160"/>
            <a:ext cx="146304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79" y="59436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79" y="5852160"/>
            <a:ext cx="1737360" cy="53035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19" y="5943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  <a:latin typeface="Calibri"/>
              </a:rP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5852160"/>
            <a:ext cx="1920240" cy="530352"/>
          </a:xfrm>
          <a:prstGeom prst="rect">
            <a:avLst/>
          </a:prstGeom>
          <a:solidFill>
            <a:srgbClr val="0A2212"/>
          </a:solidFill>
          <a:ln w="6350">
            <a:solidFill>
              <a:srgbClr val="1E3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12480" y="5943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457200"/>
            <a:ext cx="9144000" cy="4572000"/>
          </a:xfrm>
          <a:prstGeom prst="rect">
            <a:avLst/>
          </a:prstGeom>
          <a:solidFill>
            <a:srgbClr val="07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21808" y="914400"/>
            <a:ext cx="1554480" cy="1554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49240" y="105156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E2E8F0"/>
                </a:solidFill>
                <a:latin typeface="Calibri"/>
              </a:rPr>
              <a:t>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Deadline Guardian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478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6B6D4"/>
                </a:solidFill>
                <a:latin typeface="Calibri"/>
              </a:rPr>
              <a:t>Predict missed deadlines before they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Built with Next.js 14 · Firebase · Gemini AI · Web Speech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5" y="4846320"/>
            <a:ext cx="201168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5" y="48463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Voice-First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0964" y="4846320"/>
            <a:ext cx="201168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0964" y="48463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AI Risk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53812" y="4846320"/>
            <a:ext cx="201168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3812" y="48463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Future Simulation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6660" y="4846320"/>
            <a:ext cx="201168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6660" y="48463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Rescue Plans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9508" y="4846320"/>
            <a:ext cx="201168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D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9508" y="4846320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Calibri"/>
              </a:rPr>
              <a:t>Open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B82F6"/>
                </a:solidFill>
                <a:latin typeface="Courier New"/>
              </a:rPr>
              <a:t>github.com/your-repo/deadline-guardian-ai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